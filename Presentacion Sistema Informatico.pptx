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0585" y="790575"/>
            <a:ext cx="7305675" cy="2186940"/>
          </a:xfrm>
        </p:spPr>
        <p:txBody>
          <a:bodyPr>
            <a:normAutofit/>
          </a:bodyPr>
          <a:lstStyle/>
          <a:p>
            <a:pPr algn="ctr"/>
            <a:r>
              <a:rPr lang="es-ES" altLang="en-US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NEXUS GAMING HUB</a:t>
            </a:r>
            <a:endParaRPr lang="es-ES" altLang="en-US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70585" y="3602355"/>
            <a:ext cx="7305675" cy="1655445"/>
          </a:xfrm>
        </p:spPr>
        <p:txBody>
          <a:bodyPr/>
          <a:lstStyle/>
          <a:p>
            <a:r>
              <a:rPr lang="es-ES" altLang="en-US" b="1">
                <a:solidFill>
                  <a:schemeClr val="tx1"/>
                </a:solidFill>
              </a:rPr>
              <a:t>Diseño y Gestión de Sistemas de Alto Rendimiento</a:t>
            </a:r>
            <a:endParaRPr lang="es-ES" altLang="en-US" b="1">
              <a:solidFill>
                <a:schemeClr val="tx1"/>
              </a:solidFill>
            </a:endParaRPr>
          </a:p>
          <a:p>
            <a:endParaRPr lang="es-ES" altLang="en-US"/>
          </a:p>
          <a:p>
            <a:r>
              <a:rPr lang="es-ES" altLang="en-US"/>
              <a:t>Daniel Gilabert Calzón</a:t>
            </a:r>
            <a:endParaRPr lang="es-ES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8574405" y="1614805"/>
            <a:ext cx="3134995" cy="3643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s-ES" altLang="en-US"/>
          </a:p>
        </p:txBody>
      </p:sp>
      <p:pic>
        <p:nvPicPr>
          <p:cNvPr id="7" name="Imagen 6" descr="descarga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5795" y="1786890"/>
            <a:ext cx="3443605" cy="386651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6998970" cy="1325880"/>
          </a:xfrm>
        </p:spPr>
        <p:txBody>
          <a:bodyPr/>
          <a:p>
            <a:r>
              <a:rPr lang="es-ES" altLang="en-US"/>
              <a:t>¿Qué es Nexus Gaming Hub?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825625"/>
            <a:ext cx="6814185" cy="4351655"/>
          </a:xfrm>
        </p:spPr>
        <p:txBody>
          <a:bodyPr>
            <a:normAutofit fontScale="90000" lnSpcReduction="20000"/>
          </a:bodyPr>
          <a:p>
            <a:r>
              <a:rPr lang="es-ES" altLang="en-US"/>
              <a:t>Es una empresa especializada en alquiler de puestos gaming de alto rendimiento. Enfocado para ofrecer una experiencia con latencia minina y un rendimiento maximo.</a:t>
            </a:r>
            <a:endParaRPr lang="es-ES" altLang="en-US"/>
          </a:p>
          <a:p>
            <a:endParaRPr lang="es-ES" altLang="en-US"/>
          </a:p>
          <a:p>
            <a:r>
              <a:rPr lang="es-ES" altLang="en-US"/>
              <a:t>En el centro se cuenta con varios equipos, desde la zona de gaming casual (enfocada a jugadores casuales) hasta una zona gaming profesional (enfocado para jugadores que juegan competitivo/streaming).</a:t>
            </a:r>
            <a:endParaRPr lang="es-ES" altLang="en-US"/>
          </a:p>
          <a:p>
            <a:endParaRPr lang="es-ES" altLang="en-US"/>
          </a:p>
          <a:p>
            <a:r>
              <a:rPr lang="es-ES" altLang="en-US"/>
              <a:t>En este centro tambine se efectuan y llevan a cabo torneos de eSports.</a:t>
            </a:r>
            <a:endParaRPr lang="es-ES" altLang="en-US"/>
          </a:p>
        </p:txBody>
      </p:sp>
      <p:pic>
        <p:nvPicPr>
          <p:cNvPr id="4" name="Imagen 3" descr="centro-gaming-en-la-ciud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670" y="863600"/>
            <a:ext cx="4054475" cy="479488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6382385" cy="1325880"/>
          </a:xfrm>
        </p:spPr>
        <p:txBody>
          <a:bodyPr/>
          <a:p>
            <a:r>
              <a:rPr lang="es-ES" altLang="en-US"/>
              <a:t>Equipamiento Informatico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584325"/>
            <a:ext cx="6382385" cy="4793615"/>
          </a:xfrm>
        </p:spPr>
        <p:txBody>
          <a:bodyPr>
            <a:noAutofit/>
          </a:bodyPr>
          <a:p>
            <a:r>
              <a:rPr lang="es-ES" altLang="en-US" sz="1700"/>
              <a:t>En el centro se cuenta con varios tipos de equipos informaticos, desde PCs gaming casuales y profesionales hasta PCs de ofimatica y oficina basica:</a:t>
            </a:r>
            <a:br>
              <a:rPr lang="es-ES" altLang="en-US" sz="1700"/>
            </a:br>
            <a:br>
              <a:rPr lang="es-ES" altLang="en-US" sz="1700"/>
            </a:br>
            <a:r>
              <a:rPr lang="es-ES" altLang="en-US" sz="1700"/>
              <a:t>Zona casual -&gt; Se cuenta con un Hardware creado para gaming casual, equipos que puedan tirar sin problemas juegos actuales.</a:t>
            </a:r>
            <a:endParaRPr lang="es-ES" altLang="en-US" sz="1700"/>
          </a:p>
          <a:p>
            <a:endParaRPr lang="es-ES" altLang="en-US" sz="1700"/>
          </a:p>
          <a:p>
            <a:r>
              <a:rPr lang="es-ES" altLang="en-US" sz="1700"/>
              <a:t>Zona Profesional -&gt; Aqui contamos con equipos de ultima generacion, contienen un Hardware de gama alta, para multitarea (gaming y streaming) sin problemas</a:t>
            </a:r>
            <a:endParaRPr lang="es-ES" altLang="en-US" sz="1700"/>
          </a:p>
          <a:p>
            <a:endParaRPr lang="es-ES" altLang="en-US" sz="1700"/>
          </a:p>
          <a:p>
            <a:r>
              <a:rPr lang="es-ES" altLang="en-US" sz="1700"/>
              <a:t>Zona Oficina -&gt; Ordenadores basicos para uso de oficina como gestion.</a:t>
            </a:r>
            <a:endParaRPr lang="es-ES" altLang="en-US" sz="1700"/>
          </a:p>
          <a:p>
            <a:endParaRPr lang="es-ES" altLang="en-US" sz="1700"/>
          </a:p>
          <a:p>
            <a:r>
              <a:rPr lang="es-ES" altLang="en-US" sz="1700"/>
              <a:t>En este centro tambien se cuenta con perifericos, desde teclados y ratones gaming basicos hasat profesionales, se cuenta con televisiones, impresoras, fotocopiadoras y monitores desde basicos full hd hasta 4k a 244hz.</a:t>
            </a:r>
            <a:endParaRPr lang="es-ES" altLang="en-US" sz="1700"/>
          </a:p>
        </p:txBody>
      </p:sp>
      <p:pic>
        <p:nvPicPr>
          <p:cNvPr id="4" name="Imagen 3" descr="descarga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9990" y="1584325"/>
            <a:ext cx="4053840" cy="4053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6460490" cy="1325880"/>
          </a:xfrm>
        </p:spPr>
        <p:txBody>
          <a:bodyPr/>
          <a:p>
            <a:r>
              <a:rPr lang="es-ES" altLang="en-US"/>
              <a:t>Red y Conectividad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825625"/>
            <a:ext cx="6460490" cy="4351655"/>
          </a:xfrm>
        </p:spPr>
        <p:txBody>
          <a:bodyPr>
            <a:normAutofit lnSpcReduction="10000"/>
          </a:bodyPr>
          <a:p>
            <a:r>
              <a:rPr lang="es-ES" altLang="en-US"/>
              <a:t>En el centro contamos con un router de ultima generacion, conectados por switches de 24 pines para dar una conexion estable a cada PC del centro, se cuenta con puntos de acceso Wi-Fi. Se cuenta con un servidor de caché para descargas instantaneas de juegos, asi como para guardar progresos y cuentas activas o creadas.</a:t>
            </a:r>
            <a:endParaRPr lang="es-ES" altLang="en-US"/>
          </a:p>
          <a:p>
            <a:endParaRPr lang="es-ES" altLang="en-US"/>
          </a:p>
          <a:p>
            <a:r>
              <a:rPr lang="es-ES" altLang="en-US"/>
              <a:t>Se cuenta con Fibra optica de alta velocidad (1gb)</a:t>
            </a:r>
            <a:endParaRPr lang="es-ES" altLang="en-US"/>
          </a:p>
        </p:txBody>
      </p:sp>
      <p:pic>
        <p:nvPicPr>
          <p:cNvPr id="4" name="Imagen 3" descr="9629e046-6af9-4073-bff8-190f0f958bd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0435" y="1262380"/>
            <a:ext cx="4309110" cy="4333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6694805" cy="1325880"/>
          </a:xfrm>
        </p:spPr>
        <p:txBody>
          <a:bodyPr>
            <a:normAutofit fontScale="90000"/>
          </a:bodyPr>
          <a:p>
            <a:r>
              <a:rPr lang="es-ES" altLang="en-US"/>
              <a:t>Sistema Operativo y Software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825625"/>
            <a:ext cx="6694805" cy="4351655"/>
          </a:xfrm>
        </p:spPr>
        <p:txBody>
          <a:bodyPr>
            <a:normAutofit lnSpcReduction="10000"/>
          </a:bodyPr>
          <a:p>
            <a:r>
              <a:rPr lang="es-ES" altLang="en-US"/>
              <a:t>En todos los equipos delcentro se cuenta con Windows 11 Pro (64 bits), este sistema operativo a sido elegido por su seguridad tan avanzada (contando con requisitos como TMP 2.0), cuenta con una interfaz moderna e intutiva y facil de usar para la mayoria de usuarios.</a:t>
            </a:r>
            <a:endParaRPr lang="es-ES" altLang="en-US"/>
          </a:p>
          <a:p>
            <a:endParaRPr lang="es-ES" altLang="en-US"/>
          </a:p>
          <a:p>
            <a:r>
              <a:rPr lang="es-ES" altLang="en-US"/>
              <a:t>Tambien se cuenta con Firewall configurado, con Windows defender y se cuenta con un software de control de tiempo y licencias</a:t>
            </a:r>
            <a:endParaRPr lang="es-ES" altLang="en-US"/>
          </a:p>
        </p:txBody>
      </p:sp>
      <p:pic>
        <p:nvPicPr>
          <p:cNvPr id="4" name="Imagen 3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320" y="1297940"/>
            <a:ext cx="4261485" cy="4261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6447790" cy="1325880"/>
          </a:xfrm>
        </p:spPr>
        <p:txBody>
          <a:bodyPr/>
          <a:p>
            <a:r>
              <a:rPr lang="es-ES" altLang="en-US"/>
              <a:t>Ventajas del Sistema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825625"/>
            <a:ext cx="6447155" cy="4351655"/>
          </a:xfrm>
        </p:spPr>
        <p:txBody>
          <a:bodyPr/>
          <a:p>
            <a:r>
              <a:rPr lang="es-ES" altLang="en-US"/>
              <a:t>Nuestro sistema nos ofrece grandes ventajas, desde una experiencia premium para el usuario, hasta un sistema operativo moderno. Gracias a todo esto los clientes sentiran comodidad y facilidad de uso, tambien es importante en el ambito del Hardware la escalabilidad, teniendo una plataforma AM5 nos permite cambiar componentes mejores a futuro sin complicacion.</a:t>
            </a:r>
            <a:endParaRPr lang="es-ES" altLang="en-US"/>
          </a:p>
        </p:txBody>
      </p:sp>
      <p:pic>
        <p:nvPicPr>
          <p:cNvPr id="4" name="Imagen 3" descr="descarga (1)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4855" y="1178560"/>
            <a:ext cx="4500880" cy="4500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2463</Words>
  <Application>WPS Presentation</Application>
  <PresentationFormat>宽屏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DANIEEELGC</cp:lastModifiedBy>
  <cp:revision>4</cp:revision>
  <dcterms:created xsi:type="dcterms:W3CDTF">2025-07-23T00:59:00Z</dcterms:created>
  <dcterms:modified xsi:type="dcterms:W3CDTF">2026-04-19T11:56:17Z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3082-12.1.0.25242</vt:lpwstr>
  </property>
  <property fmtid="{D5CDD505-2E9C-101B-9397-08002B2CF9AE}" pid="3" name="ICV">
    <vt:lpwstr>AF64A5F611484D71A1208EF394E8C84C_13</vt:lpwstr>
  </property>
</Properties>
</file>